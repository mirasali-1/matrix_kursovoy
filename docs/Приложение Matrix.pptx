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2" r:id="rId6"/>
    <p:sldId id="260" r:id="rId7"/>
    <p:sldId id="261" r:id="rId8"/>
    <p:sldId id="264" r:id="rId9"/>
    <p:sldId id="265" r:id="rId10"/>
    <p:sldId id="266" r:id="rId11"/>
    <p:sldId id="263" r:id="rId12"/>
    <p:sldId id="268" r:id="rId13"/>
    <p:sldId id="269" r:id="rId14"/>
    <p:sldId id="267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01B9-8131-42F2-A08D-A028BC3AFE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43A2-99E3-41B6-A153-A96CC4E2C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552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01B9-8131-42F2-A08D-A028BC3AFE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43A2-99E3-41B6-A153-A96CC4E2C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398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01B9-8131-42F2-A08D-A028BC3AFE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43A2-99E3-41B6-A153-A96CC4E2C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9762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01B9-8131-42F2-A08D-A028BC3AFE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43A2-99E3-41B6-A153-A96CC4E2C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071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01B9-8131-42F2-A08D-A028BC3AFE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43A2-99E3-41B6-A153-A96CC4E2C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274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01B9-8131-42F2-A08D-A028BC3AFE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43A2-99E3-41B6-A153-A96CC4E2C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81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01B9-8131-42F2-A08D-A028BC3AFE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43A2-99E3-41B6-A153-A96CC4E2C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7047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01B9-8131-42F2-A08D-A028BC3AFE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43A2-99E3-41B6-A153-A96CC4E2C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03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01B9-8131-42F2-A08D-A028BC3AFE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43A2-99E3-41B6-A153-A96CC4E2C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179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01B9-8131-42F2-A08D-A028BC3AFE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43A2-99E3-41B6-A153-A96CC4E2C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928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01B9-8131-42F2-A08D-A028BC3AFE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43A2-99E3-41B6-A153-A96CC4E2C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829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D01B9-8131-42F2-A08D-A028BC3AFED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943A2-99E3-41B6-A153-A96CC4E2C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094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rk5.ru/spravochnik/matematika/matricy_dlja_chajnikov_opredelenie_i_osnovnye_oper" TargetMode="External"/><Relationship Id="rId7" Type="http://schemas.openxmlformats.org/officeDocument/2006/relationships/hyperlink" Target="https://packaging.python.org/en/latest/tutorials/installing-packages/" TargetMode="Externa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aff.tiiame.uz/storage/users/124/presentations/nDI4l6MAMzrLcKItGSlCZOQb1OjyI5Ahj8rMlYbc.pdf" TargetMode="External"/><Relationship Id="rId5" Type="http://schemas.openxmlformats.org/officeDocument/2006/relationships/hyperlink" Target="https://metanit.com/python/fastapi/?ysclid=mn4dr0kf2g376417445" TargetMode="External"/><Relationship Id="rId4" Type="http://schemas.openxmlformats.org/officeDocument/2006/relationships/hyperlink" Target="https://habr.com/ru/companies/amvera/articles/826196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Заголовок 1"/>
          <p:cNvSpPr>
            <a:spLocks noGrp="1"/>
          </p:cNvSpPr>
          <p:nvPr/>
        </p:nvSpPr>
        <p:spPr>
          <a:xfrm>
            <a:off x="2791825" y="798238"/>
            <a:ext cx="6621064" cy="12161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4360983" y="2827768"/>
            <a:ext cx="34827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200">
                <a:latin typeface="Times New Roman" panose="02020603050405020304" pitchFamily="18" charset="0"/>
                <a:cs typeface="Times New Roman" panose="02020603050405020304" pitchFamily="18" charset="0"/>
              </a:rPr>
              <a:t>Этап конкурса: Финальный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6102292" y="304321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sp>
        <p:nvSpPr>
          <p:cNvPr id="8" name="TextBox 5"/>
          <p:cNvSpPr txBox="1"/>
          <p:nvPr/>
        </p:nvSpPr>
        <p:spPr>
          <a:xfrm>
            <a:off x="4394854" y="3175477"/>
            <a:ext cx="34022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 команды: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5003767" y="6193360"/>
            <a:ext cx="2197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г. Ликино-Дулево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2759778" y="264529"/>
            <a:ext cx="6672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ГОУ ВО МО ГГТУ Ликино-Дулёвский политехнический колледж — филиал ГГТУ </a:t>
            </a:r>
          </a:p>
        </p:txBody>
      </p:sp>
    </p:spTree>
    <p:extLst>
      <p:ext uri="{BB962C8B-B14F-4D97-AF65-F5344CB8AC3E}">
        <p14:creationId xmlns:p14="http://schemas.microsoft.com/office/powerpoint/2010/main" val="3879076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0"/>
            <a:ext cx="12193057" cy="685859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52400" y="1153990"/>
            <a:ext cx="8182708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Кузьмина Елена Евгеньевна.</a:t>
            </a:r>
          </a:p>
          <a:p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Наш состав: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Бондарь И.Д. – Социолог, Колпаков М.Н. – Программист, Феоктистов Г. Ю. – Предметник, Боев В.М. – Программист, Сологуб Д.М. – Программист.</a:t>
            </a:r>
          </a:p>
          <a:p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Колпаков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стремление получить опыт в создании больших проектах.</a:t>
            </a:r>
          </a:p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Бондарь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было интересно поучаствовать в подобном проекте и разработать свое приложение в совокупности со своими сокомандниками.</a:t>
            </a:r>
          </a:p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Феоктистов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заинтересован был в проектной деятельности, т.к. уже принимал участие в разных конференциях.</a:t>
            </a:r>
          </a:p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Боев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было интересно создать данный уникальный тренажер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Сологуб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Проект дал отличный опыт в предметной области, где я раньше не работал.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" y="430824"/>
            <a:ext cx="615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Наша команда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583" y="430824"/>
            <a:ext cx="4283242" cy="321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581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771697" y="1035754"/>
            <a:ext cx="3467793" cy="723842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19" y="1012954"/>
            <a:ext cx="30092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697" y="2228671"/>
            <a:ext cx="50929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интерактивное приложение для тренировки математических навыков в сфере «Матриц», который поможет пользователю улучшить вычислительные способности,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логику и скорость решения задач.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19" y="2129195"/>
            <a:ext cx="40316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алгоритмического ядра</a:t>
            </a: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системы генерации задач</a:t>
            </a: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интуитивно понятного пользовательского интерфейса</a:t>
            </a: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созданного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1873747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5651" y="1164952"/>
            <a:ext cx="69258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Срок: 09.12.25 – 23.12.25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Ответственный: Феоктистов Г. Ю.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*Определение темы проекта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*Определение целей и задач проекта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*Выбор технологий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444" y="2919278"/>
            <a:ext cx="58216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кода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Срок: 03.01.26 – 18.02.26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Ответственный: Боев В.М.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Колпаков М.Н., Сологуб Д.М.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*Реализация генерации задач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*Включение в программу уровней сложности 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*Добавление системы статистики (правильные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неправильные ответы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время тренировки)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443" y="5021910"/>
            <a:ext cx="50973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интерфейса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Срок: 21.02.26 – 14.03.26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Ответственный: Бондарь И.Д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Феоктистов Г. Ю.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*Определение типа интерфейса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*Техническая реализация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*Прототипирование интерфейса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1020" y="1421987"/>
            <a:ext cx="46218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и отладка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Срок: 16.03.26 – 20.03.26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Ответственный: Бондарь И.Д.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Боев В.М.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Феоктистов Г. Ю.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Колпаков М.Н., Сологуб Д.М.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*Проверка работы приложения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*Оптимизация кода и исправление ошибок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*Улучшение интерфейса на основе отзывов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1020" y="3767868"/>
            <a:ext cx="43226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Завершение проекта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Срок: 21.03.26 – 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.04.26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Ответственный: Бондарь И.Д.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Боев В.М.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Феоктистов Г. Ю.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Колпаков М.Н.,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Сологуб Д.М.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Финальное тестирование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*Подготовка последней версии логотипа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*Отправка проекта</a:t>
            </a:r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184002" y="91717"/>
            <a:ext cx="10515600" cy="1073235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работ по проекту</a:t>
            </a:r>
          </a:p>
        </p:txBody>
      </p:sp>
    </p:spTree>
    <p:extLst>
      <p:ext uri="{BB962C8B-B14F-4D97-AF65-F5344CB8AC3E}">
        <p14:creationId xmlns:p14="http://schemas.microsoft.com/office/powerpoint/2010/main" val="2715644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36437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Ход работы над проектом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83" y="1149341"/>
            <a:ext cx="3981994" cy="298649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507" y="1149341"/>
            <a:ext cx="4511293" cy="338347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6802" y="3272982"/>
            <a:ext cx="4152717" cy="311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442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2812" y="172620"/>
            <a:ext cx="10515600" cy="1325563"/>
          </a:xfrm>
        </p:spPr>
        <p:txBody>
          <a:bodyPr/>
          <a:lstStyle/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Результата этапа «Исследование»</a:t>
            </a:r>
          </a:p>
        </p:txBody>
      </p:sp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423949" y="1308302"/>
            <a:ext cx="11593879" cy="36876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Выбрана тема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Тренажер по математике для изучения матриц 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целей и задач:</a:t>
            </a:r>
          </a:p>
          <a:p>
            <a:pPr marL="0" indent="0">
              <a:buNone/>
            </a:pP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3950" y="5947595"/>
            <a:ext cx="97223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технологии: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+ F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astAPI + PostgreSQL + HTML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95358" y="3290624"/>
            <a:ext cx="45410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алгоритмического ядра</a:t>
            </a: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системы генерации задач</a:t>
            </a: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интуитивно понятного пользовательского интерфейса</a:t>
            </a: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созданного приложения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246" y="3152125"/>
            <a:ext cx="48473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интерактивное приложение для тренировки математических навыков в сфере «Матриц», который поможет пользователю улучшить вычислительные способности, логику и скорость решения задач.</a:t>
            </a:r>
          </a:p>
        </p:txBody>
      </p:sp>
    </p:spTree>
    <p:extLst>
      <p:ext uri="{BB962C8B-B14F-4D97-AF65-F5344CB8AC3E}">
        <p14:creationId xmlns:p14="http://schemas.microsoft.com/office/powerpoint/2010/main" val="2540573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85933" y="263741"/>
            <a:ext cx="1142114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этапа «Разработка программного кода»:</a:t>
            </a:r>
            <a:endParaRPr lang="ru-RU" sz="4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85933" y="1277035"/>
            <a:ext cx="446519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генерации задач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 статистикой и уровнями сложности: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956" y="1271740"/>
            <a:ext cx="4439132" cy="218890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01" y="4101781"/>
            <a:ext cx="4769032" cy="223747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2038" y="3836272"/>
            <a:ext cx="4327425" cy="264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875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811765" y="0"/>
            <a:ext cx="10907684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этапа «Проектирование интерфейса»: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70" y="1121554"/>
            <a:ext cx="5087060" cy="283884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7784" y="1628851"/>
            <a:ext cx="4572638" cy="416300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4354" y="4057100"/>
            <a:ext cx="3843656" cy="27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08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" y="0"/>
            <a:ext cx="12192000" cy="6858000"/>
          </a:xfrm>
          <a:prstGeom prst="rect">
            <a:avLst/>
          </a:prstGeom>
        </p:spPr>
      </p:pic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2987" y="7937"/>
            <a:ext cx="11963344" cy="1325563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этапа «Тестирование и отладка»: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87" y="1021384"/>
            <a:ext cx="4448796" cy="5096586"/>
          </a:xfrm>
          <a:prstGeom prst="rect">
            <a:avLst/>
          </a:prstGeom>
        </p:spPr>
      </p:pic>
      <p:sp>
        <p:nvSpPr>
          <p:cNvPr id="3" name="AutoShape 4" descr="blob:https://web.telegram.org/631d67f7-cb45-4e3f-9b73-1f68ac2482a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741" y="1714500"/>
            <a:ext cx="73152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450" y="883527"/>
            <a:ext cx="38986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Финальное тестирование и фиксация некоторых багов: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97" y="5472757"/>
            <a:ext cx="3084843" cy="1012024"/>
          </a:xfrm>
          <a:prstGeom prst="rect">
            <a:avLst/>
          </a:prstGeom>
        </p:spPr>
      </p:pic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757471" y="0"/>
            <a:ext cx="10918713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этапа «Завершение проекта»: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284" y="5694668"/>
            <a:ext cx="2194819" cy="56820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1214" y="2116932"/>
            <a:ext cx="4373047" cy="372995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50" y="1853163"/>
            <a:ext cx="3477930" cy="2929852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2940" y="1169377"/>
            <a:ext cx="3210536" cy="33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68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44" y="2373324"/>
            <a:ext cx="11677512" cy="1985753"/>
          </a:xfrm>
          <a:prstGeom prst="rect">
            <a:avLst/>
          </a:prstGeom>
        </p:spPr>
      </p:pic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67949" y="138702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опросов</a:t>
            </a:r>
          </a:p>
        </p:txBody>
      </p:sp>
    </p:spTree>
    <p:extLst>
      <p:ext uri="{BB962C8B-B14F-4D97-AF65-F5344CB8AC3E}">
        <p14:creationId xmlns:p14="http://schemas.microsoft.com/office/powerpoint/2010/main" val="1823713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00328" cy="6858000"/>
          </a:xfrm>
          <a:prstGeom prst="rect">
            <a:avLst/>
          </a:prstGeom>
        </p:spPr>
      </p:pic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19331" y="51541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проекта</a:t>
            </a:r>
          </a:p>
        </p:txBody>
      </p:sp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419331" y="1377104"/>
            <a:ext cx="10515600" cy="2620130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будет развиваться по трем направлениям: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Новые функции (добавление новых тем и теоретических материалов)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Технические улучшения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Развитие для образовательных учреждений</a:t>
            </a:r>
          </a:p>
        </p:txBody>
      </p:sp>
    </p:spTree>
    <p:extLst>
      <p:ext uri="{BB962C8B-B14F-4D97-AF65-F5344CB8AC3E}">
        <p14:creationId xmlns:p14="http://schemas.microsoft.com/office/powerpoint/2010/main" val="3469587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247996" y="207183"/>
            <a:ext cx="10068099" cy="1325563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Ресурсы, использованные командой для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решения кейса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597" y="1654233"/>
            <a:ext cx="11592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Знания – теория по предмету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«Математика» (матрицы, методы решения СЛАУ матрицами)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597" y="2145052"/>
            <a:ext cx="98588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Информация о основах алгоритмизации и программирования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597" y="2644184"/>
            <a:ext cx="97058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Оборудование ПК для реализации программного кода 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FastAPI)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2597" y="3126690"/>
            <a:ext cx="10395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Контакты специалистов в области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математического образования и веб-разработки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597" y="3616036"/>
            <a:ext cx="1176320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Дополнительная литература: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/>
              <a:t>1)</a:t>
            </a:r>
            <a:r>
              <a:rPr lang="ru-RU" sz="2000" dirty="0">
                <a:hlinkClick r:id="rId3"/>
              </a:rPr>
              <a:t>Матрицы для чайников: определение и основные операции с примерами </a:t>
            </a:r>
            <a:endParaRPr lang="en-US" sz="2000" dirty="0"/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ru-RU" sz="2000" dirty="0">
                <a:hlinkClick r:id="rId4"/>
              </a:rPr>
              <a:t>Создание собственного API на </a:t>
            </a:r>
            <a:r>
              <a:rPr lang="ru-RU" sz="2000" dirty="0" err="1">
                <a:hlinkClick r:id="rId4"/>
              </a:rPr>
              <a:t>Python</a:t>
            </a:r>
            <a:r>
              <a:rPr lang="ru-RU" sz="2000" dirty="0">
                <a:hlinkClick r:id="rId4"/>
              </a:rPr>
              <a:t> (FastAPI): Знакомство и первые функции / </a:t>
            </a:r>
            <a:r>
              <a:rPr lang="ru-RU" sz="2000" dirty="0" err="1">
                <a:hlinkClick r:id="rId4"/>
              </a:rPr>
              <a:t>Хабр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/>
              <a:t>3)</a:t>
            </a:r>
            <a:r>
              <a:rPr lang="en-US" sz="2000" dirty="0">
                <a:hlinkClick r:id="rId5"/>
              </a:rPr>
              <a:t>Python | </a:t>
            </a:r>
            <a:r>
              <a:rPr lang="ru-RU" sz="2000" dirty="0">
                <a:hlinkClick r:id="rId5"/>
              </a:rPr>
              <a:t>Руководство по </a:t>
            </a:r>
            <a:r>
              <a:rPr lang="en-US" sz="2000" dirty="0">
                <a:hlinkClick r:id="rId5"/>
              </a:rPr>
              <a:t>FastAPI</a:t>
            </a:r>
            <a:endParaRPr lang="en-US" sz="2000" dirty="0"/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https://staff.tiiame.uz/storage/users/124/presentations/nDI4l6MAMzrLcKItGSlCZOQb1OjyI5Ahj8rMlYbc.pdf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https://packaging.python.org/en/latest/tutorials/installing-packages/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315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36" y="0"/>
            <a:ext cx="12000328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3182" y="-141951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Комментарии членов команды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004" y="2207511"/>
            <a:ext cx="11014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Бондарь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 научился создавать собственный интерфейс приложения через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007" y="2859014"/>
            <a:ext cx="109441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Феоктистов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научился проводить исследования по данной области применения и тестировать интерфейс на его работоспособность и удобство для пользователя, выявляя недостатки.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007" y="940455"/>
            <a:ext cx="109441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Колпаков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данный проект дал мне большой опыт в программировании, как в написании кода для генерации разных уравнений, так и в построении асинхронных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эндпоинтов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03" y="4126070"/>
            <a:ext cx="110145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Боев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научился писать программный код с использованием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связывать его с интерфейсами через асинхронные шаблоны, исправлять ошибки в ходе тестирования, улучшать работу функционалов данного тренажера.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5399" y="5283684"/>
            <a:ext cx="108947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Сологуб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в ходе работы над проектом углубил свои знания в построении высоконагруженных асинхронных приложений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настроил интеграцию с базой данных через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(асинхронный режим), организовал автоматическую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данных через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v2.</a:t>
            </a:r>
          </a:p>
        </p:txBody>
      </p:sp>
    </p:spTree>
    <p:extLst>
      <p:ext uri="{BB962C8B-B14F-4D97-AF65-F5344CB8AC3E}">
        <p14:creationId xmlns:p14="http://schemas.microsoft.com/office/powerpoint/2010/main" val="2968967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7"/>
            <a:ext cx="12197424" cy="685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6043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830</Words>
  <Application>Microsoft Office PowerPoint</Application>
  <PresentationFormat>Широкоэкранный</PresentationFormat>
  <Paragraphs>94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Цель:</vt:lpstr>
      <vt:lpstr>План работ по проекту</vt:lpstr>
      <vt:lpstr>Презентация PowerPoint</vt:lpstr>
      <vt:lpstr>Результата этапа «Исследование»</vt:lpstr>
      <vt:lpstr>Презентация PowerPoint</vt:lpstr>
      <vt:lpstr>Результаты этапа «Проектирование интерфейса»:</vt:lpstr>
      <vt:lpstr>Результаты этапа «Тестирование и отладка»:</vt:lpstr>
      <vt:lpstr>Результаты этапа «Завершение проекта»:</vt:lpstr>
      <vt:lpstr>Результаты опросов</vt:lpstr>
      <vt:lpstr>Перспективы проекта</vt:lpstr>
      <vt:lpstr>Ресурсы, использованные командой для решения кейса</vt:lpstr>
      <vt:lpstr>Комментарии членов команды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Студент</dc:creator>
  <cp:lastModifiedBy>Владислав</cp:lastModifiedBy>
  <cp:revision>22</cp:revision>
  <dcterms:created xsi:type="dcterms:W3CDTF">2026-03-23T08:19:02Z</dcterms:created>
  <dcterms:modified xsi:type="dcterms:W3CDTF">2026-03-27T13:46:47Z</dcterms:modified>
</cp:coreProperties>
</file>